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  <p:sldId id="258" r:id="rId6"/>
    <p:sldId id="262" r:id="rId7"/>
    <p:sldId id="263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FC364-CFEC-D3B1-4954-40CE5D70D1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9D52B3-C5B5-9A15-1D60-AB4D0CBF8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C6EB8-9FB5-7B33-68B7-A62F2B33D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D697-9D56-4538-9545-2910FB1992D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7760C-6C4B-BB13-E7D5-D46386776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CD7E8-FBF9-1AAE-BEE5-5A5B44967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AFAA5-C1FD-44FD-9B6B-86DBEB87F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80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05ABF-9390-7E66-49D8-7AAB87F2A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9FCDE-2AB2-0DAC-1A46-043D32968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EA14D-CBEF-C27E-1A43-2476C6182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D697-9D56-4538-9545-2910FB1992D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45403-1545-1C1C-CFAA-40088E3BF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C7497-5910-6B96-65DB-7ED339BA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AFAA5-C1FD-44FD-9B6B-86DBEB87F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04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E58F1-D585-8D9E-56BE-B0976E8C4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9A4B0-38A6-4BAD-3172-038CB9EA7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FCFC0-A76D-AFA6-19CF-310885C80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D697-9D56-4538-9545-2910FB1992D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E68D5-7592-3ACF-B278-477F95D29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5182C-C936-1AF1-F33F-5A71D8990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AFAA5-C1FD-44FD-9B6B-86DBEB87F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41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F478C-CA0B-6893-C648-CDEE53BAA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3498B-2CC0-45D8-8325-82EDA6250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9287B-2C5A-A8CA-B670-4BDBAC495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542FC-069D-409D-B877-CEFF38700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D697-9D56-4538-9545-2910FB1992D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5C3D6-E087-F6D5-99BA-53EB86C4A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012E9-AB98-2BEB-6B39-BA38559F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AFAA5-C1FD-44FD-9B6B-86DBEB87F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526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4B220-00B2-F905-21BA-3E281745A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C1325-64FD-EA8D-378C-22E73DC46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15E5E-260F-79F0-6164-E3B353C3C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58462-6C77-6907-EB10-94CC79926A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550D4-BF75-D3C4-54DB-96191EDB8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4A3AB5-B13B-2A7A-3D1F-A1AC1C029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D697-9D56-4538-9545-2910FB1992D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6A723B-9717-3F03-43D4-F2991DFD1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6E17DD-6543-E61E-7064-68384248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AFAA5-C1FD-44FD-9B6B-86DBEB87F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50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A86FC-BC02-4878-D9F3-81C024D62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BCC0A2-423B-0602-8169-BB022C45A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D697-9D56-4538-9545-2910FB1992D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C25D4A-FB66-3256-2864-1AEF6AE57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3CA885-EA8E-9FD1-81D2-5885798F3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AFAA5-C1FD-44FD-9B6B-86DBEB87F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20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794F40-20A1-3055-9771-B85738B43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D697-9D56-4538-9545-2910FB1992D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967371-8021-88C0-E486-D591A5155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8E383-7EAE-C521-5C95-23338210F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AFAA5-C1FD-44FD-9B6B-86DBEB87F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846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B426E-6EAB-43EA-6830-F780F7F9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423E6-4F13-42EC-0CC2-AA5AEF55E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4DEFB3-5F24-13BD-D128-34E55BA2A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C2F986-BCDC-A0DE-AFCB-EBD0BB8D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D697-9D56-4538-9545-2910FB1992D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272A8-C463-ECDB-8536-64968C040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690EA-5C27-5685-BCC8-76E4BD23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AFAA5-C1FD-44FD-9B6B-86DBEB87F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101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E9003-15BD-B70B-E001-9263795B8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943976-35C9-778C-8F0C-CDD1338A2F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DE7F1-D94A-ED0C-DB0C-F4C38CB86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AC4DE-18F1-A60B-4FA7-4B7E7167C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D697-9D56-4538-9545-2910FB1992D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232E4-1D5B-7AD0-A50F-AF696A017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6B475-A04B-4360-6089-A52D5A908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AFAA5-C1FD-44FD-9B6B-86DBEB87F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085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AE7A8-6CA6-A27E-ADFB-2B8E0179A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5616E-56BE-B26A-566C-970F03F1F0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2413A-6231-90D8-4576-993C1B8B7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D697-9D56-4538-9545-2910FB1992D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431BF-90D5-9436-413C-218A25A0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39C00-F01D-D85E-B475-4440EACCA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AFAA5-C1FD-44FD-9B6B-86DBEB87F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07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3A38A-FD86-F6CC-136A-7E3AB5460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6AB35-4777-EDF1-F1DF-A3D6D2BCFF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B1867-E00C-62C9-B922-00001B2DF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D697-9D56-4538-9545-2910FB1992D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6BFD6-813E-DEAD-A523-0B5C36E1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04B2F-34BC-02F2-EBC6-D5E826623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AFAA5-C1FD-44FD-9B6B-86DBEB87F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08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E748AD-97FB-C3FC-B66C-A10774403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F6389-B7C9-AB4A-69F0-32C226664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16A0A-FAB4-1439-EF47-923ECB40FD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31D697-9D56-4538-9545-2910FB1992D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A45D5-5FDC-4A78-C701-C90E56483F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E2A52-3DDF-A87F-307B-A38782CA5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6AFAA5-C1FD-44FD-9B6B-86DBEB87F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34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B42B3-0F2B-4D45-C212-703BDC16F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Dynamic Incremental Loading ADF Pipeline</a:t>
            </a:r>
          </a:p>
        </p:txBody>
      </p:sp>
    </p:spTree>
    <p:extLst>
      <p:ext uri="{BB962C8B-B14F-4D97-AF65-F5344CB8AC3E}">
        <p14:creationId xmlns:p14="http://schemas.microsoft.com/office/powerpoint/2010/main" val="260055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5C6B6-F1AF-0CEC-9CE2-5C9118D99C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Migration of data from the SQL to Azure ADLS Container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34842-C1FA-6624-BCCC-45B8CFDAB3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81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93116F-DA56-550A-7AC6-40880481C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71" y="1338943"/>
            <a:ext cx="9513297" cy="341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262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35F98-3794-0CCF-8719-0AA80F672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 data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22230C-BF55-7C3E-225E-9BAA0E36E1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714" y="1693015"/>
            <a:ext cx="10678753" cy="448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645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B372109-D6BC-F093-9BF1-EBC9F39E9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975" y="479425"/>
            <a:ext cx="10918825" cy="56975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Lookup activity</a:t>
            </a:r>
          </a:p>
          <a:p>
            <a:pPr marL="0" indent="0">
              <a:buNone/>
            </a:pPr>
            <a:r>
              <a:rPr lang="en-US" dirty="0"/>
              <a:t> we are going with the to look data from metadata table. </a:t>
            </a:r>
          </a:p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guest.CONTROL_TABLE</a:t>
            </a:r>
            <a:r>
              <a:rPr lang="en-US" dirty="0"/>
              <a:t> WHERE STATUS = 'ACTIVE’</a:t>
            </a:r>
          </a:p>
          <a:p>
            <a:r>
              <a:rPr lang="en-US" dirty="0"/>
              <a:t>For Each Loop:</a:t>
            </a:r>
          </a:p>
          <a:p>
            <a:pPr marL="0" indent="0">
              <a:buNone/>
            </a:pPr>
            <a:r>
              <a:rPr lang="en-US" dirty="0"/>
              <a:t>Iterates over each row from Lookup output.</a:t>
            </a:r>
          </a:p>
          <a:p>
            <a:pPr marL="0" indent="0">
              <a:buNone/>
            </a:pPr>
            <a:r>
              <a:rPr lang="en-US" dirty="0"/>
              <a:t>Inside For Each loop:</a:t>
            </a:r>
          </a:p>
          <a:p>
            <a:pPr marL="0" indent="0">
              <a:buNone/>
            </a:pPr>
            <a:r>
              <a:rPr lang="en-US" dirty="0"/>
              <a:t>Copy Activity:</a:t>
            </a:r>
          </a:p>
          <a:p>
            <a:pPr marL="0" indent="0">
              <a:buNone/>
            </a:pPr>
            <a:r>
              <a:rPr lang="en-US" dirty="0"/>
              <a:t>Logic checks for the </a:t>
            </a:r>
            <a:r>
              <a:rPr lang="en-US" dirty="0" err="1"/>
              <a:t>Lastwatermark</a:t>
            </a:r>
            <a:r>
              <a:rPr lang="en-US" dirty="0"/>
              <a:t> available on the and source Query</a:t>
            </a:r>
          </a:p>
          <a:p>
            <a:pPr marL="0" indent="0">
              <a:buNone/>
            </a:pPr>
            <a:r>
              <a:rPr lang="en-US" dirty="0"/>
              <a:t>select * from @{item().SCHEMA_NAME}.@{item().TABLE_NAME} where @{item().DATA_COLUMN} &gt; '@{item().LAST_WATERMARK_VALUE}’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Loads only the records based where </a:t>
            </a:r>
            <a:r>
              <a:rPr lang="en-US" dirty="0" err="1"/>
              <a:t>Datacolumn</a:t>
            </a:r>
            <a:r>
              <a:rPr lang="en-US" dirty="0"/>
              <a:t> is greater than the </a:t>
            </a:r>
            <a:r>
              <a:rPr lang="en-US" dirty="0" err="1"/>
              <a:t>Lastwatermark_value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438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2D9B2-8846-06DF-FB54-D6963FDEA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86" y="435429"/>
            <a:ext cx="11114314" cy="5741534"/>
          </a:xfrm>
        </p:spPr>
        <p:txBody>
          <a:bodyPr/>
          <a:lstStyle/>
          <a:p>
            <a:r>
              <a:rPr lang="en-US" dirty="0"/>
              <a:t>Stored Procedure:</a:t>
            </a:r>
          </a:p>
          <a:p>
            <a:pPr marL="0" indent="0">
              <a:buNone/>
            </a:pPr>
            <a:r>
              <a:rPr lang="en-US" dirty="0"/>
              <a:t>Stored procedure will update the Control table </a:t>
            </a:r>
            <a:r>
              <a:rPr lang="en-US" dirty="0" err="1"/>
              <a:t>watermarkcolumn</a:t>
            </a:r>
            <a:r>
              <a:rPr lang="en-US" dirty="0"/>
              <a:t> only if the Copy activity "</a:t>
            </a:r>
            <a:r>
              <a:rPr lang="en-US" dirty="0" err="1"/>
              <a:t>rowsRead</a:t>
            </a:r>
            <a:r>
              <a:rPr lang="en-US" dirty="0"/>
              <a:t>“ matches with "</a:t>
            </a:r>
            <a:r>
              <a:rPr lang="en-US" dirty="0" err="1"/>
              <a:t>rowsCopied</a:t>
            </a:r>
            <a:r>
              <a:rPr lang="en-US" dirty="0"/>
              <a:t>“. And I will update the Audit table as well as the pipeline details for execution and auditing purposes.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Target (Azure blob container):</a:t>
            </a:r>
            <a:br>
              <a:rPr lang="en-US" dirty="0"/>
            </a:br>
            <a:r>
              <a:rPr lang="en-US" dirty="0"/>
              <a:t>Incremental data files will be loaded into target on the incremental data.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911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36F85-B44E-A460-D7E6-23F6A0C61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4" y="365125"/>
            <a:ext cx="10374086" cy="1235075"/>
          </a:xfrm>
        </p:spPr>
        <p:txBody>
          <a:bodyPr/>
          <a:lstStyle/>
          <a:p>
            <a:r>
              <a:rPr lang="en-US" dirty="0"/>
              <a:t>Audit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8ACB2D-DD0E-4123-61DA-249F65894F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9714" y="1600199"/>
            <a:ext cx="10003972" cy="376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23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5330F7-0D0D-DAAB-0A71-EA97CF1DD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40157"/>
            <a:ext cx="11049000" cy="377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057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C7EED-3FEC-93DD-89D4-12413BC481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3853543" cy="66289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Conslusion</a:t>
            </a:r>
            <a:r>
              <a:rPr lang="en-US" dirty="0"/>
              <a:t>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80511-43EB-8B6F-A531-C2D2EC19DA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2571"/>
            <a:ext cx="9144000" cy="2645229"/>
          </a:xfrm>
        </p:spPr>
        <p:txBody>
          <a:bodyPr/>
          <a:lstStyle/>
          <a:p>
            <a:r>
              <a:rPr lang="en-US" dirty="0"/>
              <a:t>Data is dynamically loaded incremental data from all the tables from the source systems to the target: external stage Azure container with the help of control tables.</a:t>
            </a:r>
          </a:p>
        </p:txBody>
      </p:sp>
    </p:spTree>
    <p:extLst>
      <p:ext uri="{BB962C8B-B14F-4D97-AF65-F5344CB8AC3E}">
        <p14:creationId xmlns:p14="http://schemas.microsoft.com/office/powerpoint/2010/main" val="3781821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222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Dynamic Incremental Loading ADF Pipeline</vt:lpstr>
      <vt:lpstr>Migration of data from the SQL to Azure ADLS Container</vt:lpstr>
      <vt:lpstr>PowerPoint Presentation</vt:lpstr>
      <vt:lpstr>Meta data Table</vt:lpstr>
      <vt:lpstr>PowerPoint Presentation</vt:lpstr>
      <vt:lpstr>PowerPoint Presentation</vt:lpstr>
      <vt:lpstr>Audit Table</vt:lpstr>
      <vt:lpstr>PowerPoint Presentation</vt:lpstr>
      <vt:lpstr>Conslusion: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Odela, Sai Sathwik</dc:creator>
  <cp:lastModifiedBy>Odela, Sai Sathwik</cp:lastModifiedBy>
  <cp:revision>1</cp:revision>
  <dcterms:created xsi:type="dcterms:W3CDTF">2025-11-21T13:19:01Z</dcterms:created>
  <dcterms:modified xsi:type="dcterms:W3CDTF">2025-11-21T13:49:45Z</dcterms:modified>
</cp:coreProperties>
</file>
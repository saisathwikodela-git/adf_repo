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FEF466-C588-4C86-BCEF-BC558DC2C6BE}" v="5" dt="2025-11-23T08:59:44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ela, Sai Sathwik" userId="205ccc2e-f822-44a3-bfd6-758a683a8b09" providerId="ADAL" clId="{9E6834D8-D82A-4A62-80C9-2B1F67FEFF8D}"/>
    <pc:docChg chg="undo custSel addSld delSld modSld sldOrd">
      <pc:chgData name="Odela, Sai Sathwik" userId="205ccc2e-f822-44a3-bfd6-758a683a8b09" providerId="ADAL" clId="{9E6834D8-D82A-4A62-80C9-2B1F67FEFF8D}" dt="2025-11-23T08:59:49.336" v="1301" actId="5793"/>
      <pc:docMkLst>
        <pc:docMk/>
      </pc:docMkLst>
      <pc:sldChg chg="delSp modSp mod">
        <pc:chgData name="Odela, Sai Sathwik" userId="205ccc2e-f822-44a3-bfd6-758a683a8b09" providerId="ADAL" clId="{9E6834D8-D82A-4A62-80C9-2B1F67FEFF8D}" dt="2025-11-23T08:39:53.469" v="982" actId="21"/>
        <pc:sldMkLst>
          <pc:docMk/>
          <pc:sldMk cId="724073127" sldId="256"/>
        </pc:sldMkLst>
        <pc:spChg chg="del mod">
          <ac:chgData name="Odela, Sai Sathwik" userId="205ccc2e-f822-44a3-bfd6-758a683a8b09" providerId="ADAL" clId="{9E6834D8-D82A-4A62-80C9-2B1F67FEFF8D}" dt="2025-11-23T08:39:53.469" v="982" actId="21"/>
          <ac:spMkLst>
            <pc:docMk/>
            <pc:sldMk cId="724073127" sldId="256"/>
            <ac:spMk id="3" creationId="{E82578FE-D446-3617-1DC4-15479AF768DF}"/>
          </ac:spMkLst>
        </pc:spChg>
      </pc:sldChg>
      <pc:sldChg chg="addSp modSp mod modClrScheme chgLayout">
        <pc:chgData name="Odela, Sai Sathwik" userId="205ccc2e-f822-44a3-bfd6-758a683a8b09" providerId="ADAL" clId="{9E6834D8-D82A-4A62-80C9-2B1F67FEFF8D}" dt="2025-11-23T08:40:50.766" v="1056" actId="1076"/>
        <pc:sldMkLst>
          <pc:docMk/>
          <pc:sldMk cId="2989587781" sldId="257"/>
        </pc:sldMkLst>
        <pc:spChg chg="add mod ord">
          <ac:chgData name="Odela, Sai Sathwik" userId="205ccc2e-f822-44a3-bfd6-758a683a8b09" providerId="ADAL" clId="{9E6834D8-D82A-4A62-80C9-2B1F67FEFF8D}" dt="2025-11-23T08:40:48.392" v="1055" actId="14100"/>
          <ac:spMkLst>
            <pc:docMk/>
            <pc:sldMk cId="2989587781" sldId="257"/>
            <ac:spMk id="4" creationId="{C0634597-6F33-B6B6-FD72-93BAF4D9E2B9}"/>
          </ac:spMkLst>
        </pc:spChg>
        <pc:picChg chg="mod">
          <ac:chgData name="Odela, Sai Sathwik" userId="205ccc2e-f822-44a3-bfd6-758a683a8b09" providerId="ADAL" clId="{9E6834D8-D82A-4A62-80C9-2B1F67FEFF8D}" dt="2025-11-23T08:40:50.766" v="1056" actId="1076"/>
          <ac:picMkLst>
            <pc:docMk/>
            <pc:sldMk cId="2989587781" sldId="257"/>
            <ac:picMk id="3" creationId="{921D6472-D2E7-0ACE-5882-CB47A5BB0BFF}"/>
          </ac:picMkLst>
        </pc:picChg>
      </pc:sldChg>
      <pc:sldChg chg="addSp modSp mod">
        <pc:chgData name="Odela, Sai Sathwik" userId="205ccc2e-f822-44a3-bfd6-758a683a8b09" providerId="ADAL" clId="{9E6834D8-D82A-4A62-80C9-2B1F67FEFF8D}" dt="2025-11-23T07:59:27.293" v="3" actId="14100"/>
        <pc:sldMkLst>
          <pc:docMk/>
          <pc:sldMk cId="935458115" sldId="258"/>
        </pc:sldMkLst>
        <pc:picChg chg="add mod">
          <ac:chgData name="Odela, Sai Sathwik" userId="205ccc2e-f822-44a3-bfd6-758a683a8b09" providerId="ADAL" clId="{9E6834D8-D82A-4A62-80C9-2B1F67FEFF8D}" dt="2025-11-23T07:59:27.293" v="3" actId="14100"/>
          <ac:picMkLst>
            <pc:docMk/>
            <pc:sldMk cId="935458115" sldId="258"/>
            <ac:picMk id="3" creationId="{A14A8A3A-376E-FC1F-4B41-D6606CEB86FB}"/>
          </ac:picMkLst>
        </pc:picChg>
      </pc:sldChg>
      <pc:sldChg chg="addSp new mod">
        <pc:chgData name="Odela, Sai Sathwik" userId="205ccc2e-f822-44a3-bfd6-758a683a8b09" providerId="ADAL" clId="{9E6834D8-D82A-4A62-80C9-2B1F67FEFF8D}" dt="2025-11-23T08:00:22.985" v="5" actId="22"/>
        <pc:sldMkLst>
          <pc:docMk/>
          <pc:sldMk cId="1296568293" sldId="259"/>
        </pc:sldMkLst>
        <pc:picChg chg="add">
          <ac:chgData name="Odela, Sai Sathwik" userId="205ccc2e-f822-44a3-bfd6-758a683a8b09" providerId="ADAL" clId="{9E6834D8-D82A-4A62-80C9-2B1F67FEFF8D}" dt="2025-11-23T08:00:22.985" v="5" actId="22"/>
          <ac:picMkLst>
            <pc:docMk/>
            <pc:sldMk cId="1296568293" sldId="259"/>
            <ac:picMk id="3" creationId="{E67A582C-9F71-6FFB-DE1A-1348F1A27067}"/>
          </ac:picMkLst>
        </pc:picChg>
      </pc:sldChg>
      <pc:sldChg chg="addSp new mod">
        <pc:chgData name="Odela, Sai Sathwik" userId="205ccc2e-f822-44a3-bfd6-758a683a8b09" providerId="ADAL" clId="{9E6834D8-D82A-4A62-80C9-2B1F67FEFF8D}" dt="2025-11-23T08:00:57.217" v="7" actId="22"/>
        <pc:sldMkLst>
          <pc:docMk/>
          <pc:sldMk cId="2763199987" sldId="260"/>
        </pc:sldMkLst>
        <pc:picChg chg="add">
          <ac:chgData name="Odela, Sai Sathwik" userId="205ccc2e-f822-44a3-bfd6-758a683a8b09" providerId="ADAL" clId="{9E6834D8-D82A-4A62-80C9-2B1F67FEFF8D}" dt="2025-11-23T08:00:57.217" v="7" actId="22"/>
          <ac:picMkLst>
            <pc:docMk/>
            <pc:sldMk cId="2763199987" sldId="260"/>
            <ac:picMk id="3" creationId="{2A5A5807-27BF-DBAD-72BC-034C584BC3FB}"/>
          </ac:picMkLst>
        </pc:picChg>
      </pc:sldChg>
      <pc:sldChg chg="addSp delSp modSp new mod modClrScheme chgLayout">
        <pc:chgData name="Odela, Sai Sathwik" userId="205ccc2e-f822-44a3-bfd6-758a683a8b09" providerId="ADAL" clId="{9E6834D8-D82A-4A62-80C9-2B1F67FEFF8D}" dt="2025-11-23T08:05:02.181" v="374" actId="21"/>
        <pc:sldMkLst>
          <pc:docMk/>
          <pc:sldMk cId="1160506383" sldId="261"/>
        </pc:sldMkLst>
        <pc:spChg chg="add del mod ord">
          <ac:chgData name="Odela, Sai Sathwik" userId="205ccc2e-f822-44a3-bfd6-758a683a8b09" providerId="ADAL" clId="{9E6834D8-D82A-4A62-80C9-2B1F67FEFF8D}" dt="2025-11-23T08:05:02.181" v="374" actId="21"/>
          <ac:spMkLst>
            <pc:docMk/>
            <pc:sldMk cId="1160506383" sldId="261"/>
            <ac:spMk id="3" creationId="{EFA64642-563C-D412-C4DC-6482FF9141B7}"/>
          </ac:spMkLst>
        </pc:spChg>
        <pc:spChg chg="add mod ord">
          <ac:chgData name="Odela, Sai Sathwik" userId="205ccc2e-f822-44a3-bfd6-758a683a8b09" providerId="ADAL" clId="{9E6834D8-D82A-4A62-80C9-2B1F67FEFF8D}" dt="2025-11-23T08:04:57.676" v="372" actId="14100"/>
          <ac:spMkLst>
            <pc:docMk/>
            <pc:sldMk cId="1160506383" sldId="261"/>
            <ac:spMk id="4" creationId="{B5455C2D-A1D3-5EE7-5C59-F66D12D8FA00}"/>
          </ac:spMkLst>
        </pc:spChg>
        <pc:picChg chg="add">
          <ac:chgData name="Odela, Sai Sathwik" userId="205ccc2e-f822-44a3-bfd6-758a683a8b09" providerId="ADAL" clId="{9E6834D8-D82A-4A62-80C9-2B1F67FEFF8D}" dt="2025-11-23T08:04:26.424" v="323"/>
          <ac:picMkLst>
            <pc:docMk/>
            <pc:sldMk cId="1160506383" sldId="261"/>
            <ac:picMk id="2" creationId="{7D3E5A48-0282-8DE4-0BB8-0AF550A99F3E}"/>
          </ac:picMkLst>
        </pc:picChg>
      </pc:sldChg>
      <pc:sldChg chg="delSp modSp new mod">
        <pc:chgData name="Odela, Sai Sathwik" userId="205ccc2e-f822-44a3-bfd6-758a683a8b09" providerId="ADAL" clId="{9E6834D8-D82A-4A62-80C9-2B1F67FEFF8D}" dt="2025-11-23T08:42:36.452" v="1259" actId="20577"/>
        <pc:sldMkLst>
          <pc:docMk/>
          <pc:sldMk cId="1286435399" sldId="262"/>
        </pc:sldMkLst>
        <pc:spChg chg="del mod">
          <ac:chgData name="Odela, Sai Sathwik" userId="205ccc2e-f822-44a3-bfd6-758a683a8b09" providerId="ADAL" clId="{9E6834D8-D82A-4A62-80C9-2B1F67FEFF8D}" dt="2025-11-23T08:03:36.358" v="313" actId="21"/>
          <ac:spMkLst>
            <pc:docMk/>
            <pc:sldMk cId="1286435399" sldId="262"/>
            <ac:spMk id="2" creationId="{FE054654-5704-2028-4785-291250F823AB}"/>
          </ac:spMkLst>
        </pc:spChg>
        <pc:spChg chg="mod">
          <ac:chgData name="Odela, Sai Sathwik" userId="205ccc2e-f822-44a3-bfd6-758a683a8b09" providerId="ADAL" clId="{9E6834D8-D82A-4A62-80C9-2B1F67FEFF8D}" dt="2025-11-23T08:42:36.452" v="1259" actId="20577"/>
          <ac:spMkLst>
            <pc:docMk/>
            <pc:sldMk cId="1286435399" sldId="262"/>
            <ac:spMk id="3" creationId="{2AF04681-0A25-34B5-1D12-9E45C98FE9EE}"/>
          </ac:spMkLst>
        </pc:spChg>
      </pc:sldChg>
      <pc:sldChg chg="addSp delSp modSp new mod">
        <pc:chgData name="Odela, Sai Sathwik" userId="205ccc2e-f822-44a3-bfd6-758a683a8b09" providerId="ADAL" clId="{9E6834D8-D82A-4A62-80C9-2B1F67FEFF8D}" dt="2025-11-23T08:22:01.842" v="571" actId="14100"/>
        <pc:sldMkLst>
          <pc:docMk/>
          <pc:sldMk cId="1974244305" sldId="263"/>
        </pc:sldMkLst>
        <pc:picChg chg="add del mod">
          <ac:chgData name="Odela, Sai Sathwik" userId="205ccc2e-f822-44a3-bfd6-758a683a8b09" providerId="ADAL" clId="{9E6834D8-D82A-4A62-80C9-2B1F67FEFF8D}" dt="2025-11-23T08:21:33.886" v="566" actId="21"/>
          <ac:picMkLst>
            <pc:docMk/>
            <pc:sldMk cId="1974244305" sldId="263"/>
            <ac:picMk id="3" creationId="{4B8EE949-8C63-4615-B22C-4034A5744958}"/>
          </ac:picMkLst>
        </pc:picChg>
        <pc:picChg chg="add del mod">
          <ac:chgData name="Odela, Sai Sathwik" userId="205ccc2e-f822-44a3-bfd6-758a683a8b09" providerId="ADAL" clId="{9E6834D8-D82A-4A62-80C9-2B1F67FEFF8D}" dt="2025-11-23T08:21:40.009" v="568" actId="21"/>
          <ac:picMkLst>
            <pc:docMk/>
            <pc:sldMk cId="1974244305" sldId="263"/>
            <ac:picMk id="4" creationId="{4B8EE949-8C63-4615-B22C-4034A5744958}"/>
          </ac:picMkLst>
        </pc:picChg>
        <pc:picChg chg="add mod">
          <ac:chgData name="Odela, Sai Sathwik" userId="205ccc2e-f822-44a3-bfd6-758a683a8b09" providerId="ADAL" clId="{9E6834D8-D82A-4A62-80C9-2B1F67FEFF8D}" dt="2025-11-23T08:22:01.842" v="571" actId="14100"/>
          <ac:picMkLst>
            <pc:docMk/>
            <pc:sldMk cId="1974244305" sldId="263"/>
            <ac:picMk id="6" creationId="{43C382AA-2189-F0E9-4CF7-DE57731C534F}"/>
          </ac:picMkLst>
        </pc:picChg>
      </pc:sldChg>
      <pc:sldChg chg="addSp new mod">
        <pc:chgData name="Odela, Sai Sathwik" userId="205ccc2e-f822-44a3-bfd6-758a683a8b09" providerId="ADAL" clId="{9E6834D8-D82A-4A62-80C9-2B1F67FEFF8D}" dt="2025-11-23T08:25:19.137" v="572" actId="22"/>
        <pc:sldMkLst>
          <pc:docMk/>
          <pc:sldMk cId="4084316031" sldId="264"/>
        </pc:sldMkLst>
        <pc:picChg chg="add">
          <ac:chgData name="Odela, Sai Sathwik" userId="205ccc2e-f822-44a3-bfd6-758a683a8b09" providerId="ADAL" clId="{9E6834D8-D82A-4A62-80C9-2B1F67FEFF8D}" dt="2025-11-23T08:25:19.137" v="572" actId="22"/>
          <ac:picMkLst>
            <pc:docMk/>
            <pc:sldMk cId="4084316031" sldId="264"/>
            <ac:picMk id="3" creationId="{305786F6-1DD3-46C8-CE29-C11D7890A89E}"/>
          </ac:picMkLst>
        </pc:picChg>
      </pc:sldChg>
      <pc:sldChg chg="addSp new mod">
        <pc:chgData name="Odela, Sai Sathwik" userId="205ccc2e-f822-44a3-bfd6-758a683a8b09" providerId="ADAL" clId="{9E6834D8-D82A-4A62-80C9-2B1F67FEFF8D}" dt="2025-11-23T08:26:12.434" v="574" actId="22"/>
        <pc:sldMkLst>
          <pc:docMk/>
          <pc:sldMk cId="2276908402" sldId="265"/>
        </pc:sldMkLst>
        <pc:picChg chg="add">
          <ac:chgData name="Odela, Sai Sathwik" userId="205ccc2e-f822-44a3-bfd6-758a683a8b09" providerId="ADAL" clId="{9E6834D8-D82A-4A62-80C9-2B1F67FEFF8D}" dt="2025-11-23T08:26:12.434" v="574" actId="22"/>
          <ac:picMkLst>
            <pc:docMk/>
            <pc:sldMk cId="2276908402" sldId="265"/>
            <ac:picMk id="3" creationId="{3BC2E33A-224A-31CD-72E1-B08F72569C39}"/>
          </ac:picMkLst>
        </pc:picChg>
      </pc:sldChg>
      <pc:sldChg chg="addSp delSp modSp new mod modClrScheme chgLayout">
        <pc:chgData name="Odela, Sai Sathwik" userId="205ccc2e-f822-44a3-bfd6-758a683a8b09" providerId="ADAL" clId="{9E6834D8-D82A-4A62-80C9-2B1F67FEFF8D}" dt="2025-11-23T08:39:12.818" v="974" actId="21"/>
        <pc:sldMkLst>
          <pc:docMk/>
          <pc:sldMk cId="1318452828" sldId="266"/>
        </pc:sldMkLst>
        <pc:spChg chg="add del mod ord">
          <ac:chgData name="Odela, Sai Sathwik" userId="205ccc2e-f822-44a3-bfd6-758a683a8b09" providerId="ADAL" clId="{9E6834D8-D82A-4A62-80C9-2B1F67FEFF8D}" dt="2025-11-23T08:39:12.818" v="974" actId="21"/>
          <ac:spMkLst>
            <pc:docMk/>
            <pc:sldMk cId="1318452828" sldId="266"/>
            <ac:spMk id="8" creationId="{9EA9D753-B960-FB12-7AC7-536F6995EBA2}"/>
          </ac:spMkLst>
        </pc:spChg>
        <pc:spChg chg="add mod ord">
          <ac:chgData name="Odela, Sai Sathwik" userId="205ccc2e-f822-44a3-bfd6-758a683a8b09" providerId="ADAL" clId="{9E6834D8-D82A-4A62-80C9-2B1F67FEFF8D}" dt="2025-11-23T08:39:06.242" v="972" actId="14100"/>
          <ac:spMkLst>
            <pc:docMk/>
            <pc:sldMk cId="1318452828" sldId="266"/>
            <ac:spMk id="9" creationId="{EE96B6DA-613A-6BED-0F79-4D7590F0F8D1}"/>
          </ac:spMkLst>
        </pc:spChg>
        <pc:picChg chg="add mod">
          <ac:chgData name="Odela, Sai Sathwik" userId="205ccc2e-f822-44a3-bfd6-758a683a8b09" providerId="ADAL" clId="{9E6834D8-D82A-4A62-80C9-2B1F67FEFF8D}" dt="2025-11-23T08:27:02.829" v="577" actId="1076"/>
          <ac:picMkLst>
            <pc:docMk/>
            <pc:sldMk cId="1318452828" sldId="266"/>
            <ac:picMk id="3" creationId="{7E7E2CB3-7790-A18D-76AF-E841D9201E08}"/>
          </ac:picMkLst>
        </pc:picChg>
        <pc:picChg chg="add del mod">
          <ac:chgData name="Odela, Sai Sathwik" userId="205ccc2e-f822-44a3-bfd6-758a683a8b09" providerId="ADAL" clId="{9E6834D8-D82A-4A62-80C9-2B1F67FEFF8D}" dt="2025-11-23T08:28:09.749" v="582" actId="21"/>
          <ac:picMkLst>
            <pc:docMk/>
            <pc:sldMk cId="1318452828" sldId="266"/>
            <ac:picMk id="5" creationId="{EBCFBE12-CF1A-41E8-E7DE-08EE66067771}"/>
          </ac:picMkLst>
        </pc:picChg>
        <pc:picChg chg="add mod">
          <ac:chgData name="Odela, Sai Sathwik" userId="205ccc2e-f822-44a3-bfd6-758a683a8b09" providerId="ADAL" clId="{9E6834D8-D82A-4A62-80C9-2B1F67FEFF8D}" dt="2025-11-23T08:29:00.042" v="587" actId="1076"/>
          <ac:picMkLst>
            <pc:docMk/>
            <pc:sldMk cId="1318452828" sldId="266"/>
            <ac:picMk id="7" creationId="{A515A6E1-155F-FA92-A455-61DDB335971C}"/>
          </ac:picMkLst>
        </pc:picChg>
      </pc:sldChg>
      <pc:sldChg chg="addSp delSp modSp new mod">
        <pc:chgData name="Odela, Sai Sathwik" userId="205ccc2e-f822-44a3-bfd6-758a683a8b09" providerId="ADAL" clId="{9E6834D8-D82A-4A62-80C9-2B1F67FEFF8D}" dt="2025-11-23T08:39:38.539" v="980" actId="20577"/>
        <pc:sldMkLst>
          <pc:docMk/>
          <pc:sldMk cId="1565415895" sldId="267"/>
        </pc:sldMkLst>
        <pc:spChg chg="del mod">
          <ac:chgData name="Odela, Sai Sathwik" userId="205ccc2e-f822-44a3-bfd6-758a683a8b09" providerId="ADAL" clId="{9E6834D8-D82A-4A62-80C9-2B1F67FEFF8D}" dt="2025-11-23T08:29:26.695" v="590" actId="21"/>
          <ac:spMkLst>
            <pc:docMk/>
            <pc:sldMk cId="1565415895" sldId="267"/>
            <ac:spMk id="2" creationId="{0C122112-240E-D787-686E-5A8A2DBD2CC9}"/>
          </ac:spMkLst>
        </pc:spChg>
        <pc:spChg chg="mod">
          <ac:chgData name="Odela, Sai Sathwik" userId="205ccc2e-f822-44a3-bfd6-758a683a8b09" providerId="ADAL" clId="{9E6834D8-D82A-4A62-80C9-2B1F67FEFF8D}" dt="2025-11-23T08:39:38.539" v="980" actId="20577"/>
          <ac:spMkLst>
            <pc:docMk/>
            <pc:sldMk cId="1565415895" sldId="267"/>
            <ac:spMk id="3" creationId="{8E7BB8C6-35DF-1545-BB4D-59183C91F7A0}"/>
          </ac:spMkLst>
        </pc:spChg>
        <pc:picChg chg="add mod">
          <ac:chgData name="Odela, Sai Sathwik" userId="205ccc2e-f822-44a3-bfd6-758a683a8b09" providerId="ADAL" clId="{9E6834D8-D82A-4A62-80C9-2B1F67FEFF8D}" dt="2025-11-23T08:32:53.594" v="766" actId="1076"/>
          <ac:picMkLst>
            <pc:docMk/>
            <pc:sldMk cId="1565415895" sldId="267"/>
            <ac:picMk id="5" creationId="{8755A47F-12AE-1A39-B3A0-94BFF881A379}"/>
          </ac:picMkLst>
        </pc:picChg>
      </pc:sldChg>
      <pc:sldChg chg="addSp delSp modSp new mod">
        <pc:chgData name="Odela, Sai Sathwik" userId="205ccc2e-f822-44a3-bfd6-758a683a8b09" providerId="ADAL" clId="{9E6834D8-D82A-4A62-80C9-2B1F67FEFF8D}" dt="2025-11-23T08:52:37.680" v="1261"/>
        <pc:sldMkLst>
          <pc:docMk/>
          <pc:sldMk cId="3826456629" sldId="268"/>
        </pc:sldMkLst>
        <pc:picChg chg="add del mod">
          <ac:chgData name="Odela, Sai Sathwik" userId="205ccc2e-f822-44a3-bfd6-758a683a8b09" providerId="ADAL" clId="{9E6834D8-D82A-4A62-80C9-2B1F67FEFF8D}" dt="2025-11-23T08:52:36.809" v="1260" actId="21"/>
          <ac:picMkLst>
            <pc:docMk/>
            <pc:sldMk cId="3826456629" sldId="268"/>
            <ac:picMk id="3" creationId="{9B084352-6F21-15E4-CFEB-6D91FF5D0665}"/>
          </ac:picMkLst>
        </pc:picChg>
        <pc:picChg chg="add mod">
          <ac:chgData name="Odela, Sai Sathwik" userId="205ccc2e-f822-44a3-bfd6-758a683a8b09" providerId="ADAL" clId="{9E6834D8-D82A-4A62-80C9-2B1F67FEFF8D}" dt="2025-11-23T08:52:37.680" v="1261"/>
          <ac:picMkLst>
            <pc:docMk/>
            <pc:sldMk cId="3826456629" sldId="268"/>
            <ac:picMk id="4" creationId="{9B084352-6F21-15E4-CFEB-6D91FF5D0665}"/>
          </ac:picMkLst>
        </pc:picChg>
      </pc:sldChg>
      <pc:sldChg chg="addSp new mod">
        <pc:chgData name="Odela, Sai Sathwik" userId="205ccc2e-f822-44a3-bfd6-758a683a8b09" providerId="ADAL" clId="{9E6834D8-D82A-4A62-80C9-2B1F67FEFF8D}" dt="2025-11-23T08:55:02.163" v="1262" actId="22"/>
        <pc:sldMkLst>
          <pc:docMk/>
          <pc:sldMk cId="2812034933" sldId="269"/>
        </pc:sldMkLst>
        <pc:picChg chg="add">
          <ac:chgData name="Odela, Sai Sathwik" userId="205ccc2e-f822-44a3-bfd6-758a683a8b09" providerId="ADAL" clId="{9E6834D8-D82A-4A62-80C9-2B1F67FEFF8D}" dt="2025-11-23T08:55:02.163" v="1262" actId="22"/>
          <ac:picMkLst>
            <pc:docMk/>
            <pc:sldMk cId="2812034933" sldId="269"/>
            <ac:picMk id="3" creationId="{5FCA8BA1-47F5-2731-A8D1-9DCCB2674CBC}"/>
          </ac:picMkLst>
        </pc:picChg>
      </pc:sldChg>
      <pc:sldChg chg="new del">
        <pc:chgData name="Odela, Sai Sathwik" userId="205ccc2e-f822-44a3-bfd6-758a683a8b09" providerId="ADAL" clId="{9E6834D8-D82A-4A62-80C9-2B1F67FEFF8D}" dt="2025-11-23T08:40:10.607" v="985" actId="2696"/>
        <pc:sldMkLst>
          <pc:docMk/>
          <pc:sldMk cId="1260403644" sldId="270"/>
        </pc:sldMkLst>
      </pc:sldChg>
      <pc:sldChg chg="addSp delSp modSp new mod modClrScheme chgLayout">
        <pc:chgData name="Odela, Sai Sathwik" userId="205ccc2e-f822-44a3-bfd6-758a683a8b09" providerId="ADAL" clId="{9E6834D8-D82A-4A62-80C9-2B1F67FEFF8D}" dt="2025-11-23T08:56:41.714" v="1269" actId="21"/>
        <pc:sldMkLst>
          <pc:docMk/>
          <pc:sldMk cId="3930803229" sldId="270"/>
        </pc:sldMkLst>
        <pc:spChg chg="add del mod ord">
          <ac:chgData name="Odela, Sai Sathwik" userId="205ccc2e-f822-44a3-bfd6-758a683a8b09" providerId="ADAL" clId="{9E6834D8-D82A-4A62-80C9-2B1F67FEFF8D}" dt="2025-11-23T08:56:36.477" v="1267" actId="21"/>
          <ac:spMkLst>
            <pc:docMk/>
            <pc:sldMk cId="3930803229" sldId="270"/>
            <ac:spMk id="4" creationId="{509E2DBF-8843-2682-9C4D-E2EBD69EE1F2}"/>
          </ac:spMkLst>
        </pc:spChg>
        <pc:spChg chg="add del mod ord">
          <ac:chgData name="Odela, Sai Sathwik" userId="205ccc2e-f822-44a3-bfd6-758a683a8b09" providerId="ADAL" clId="{9E6834D8-D82A-4A62-80C9-2B1F67FEFF8D}" dt="2025-11-23T08:56:41.714" v="1269" actId="21"/>
          <ac:spMkLst>
            <pc:docMk/>
            <pc:sldMk cId="3930803229" sldId="270"/>
            <ac:spMk id="5" creationId="{3DCC35F4-28F9-9C68-3132-1E10DBF85ADE}"/>
          </ac:spMkLst>
        </pc:spChg>
        <pc:picChg chg="add">
          <ac:chgData name="Odela, Sai Sathwik" userId="205ccc2e-f822-44a3-bfd6-758a683a8b09" providerId="ADAL" clId="{9E6834D8-D82A-4A62-80C9-2B1F67FEFF8D}" dt="2025-11-23T08:56:18.876" v="1264" actId="22"/>
          <ac:picMkLst>
            <pc:docMk/>
            <pc:sldMk cId="3930803229" sldId="270"/>
            <ac:picMk id="3" creationId="{F9BC131B-BEE9-470B-4131-E44137A6AA21}"/>
          </ac:picMkLst>
        </pc:picChg>
      </pc:sldChg>
      <pc:sldChg chg="modSp new mod ord">
        <pc:chgData name="Odela, Sai Sathwik" userId="205ccc2e-f822-44a3-bfd6-758a683a8b09" providerId="ADAL" clId="{9E6834D8-D82A-4A62-80C9-2B1F67FEFF8D}" dt="2025-11-23T08:59:49.336" v="1301" actId="5793"/>
        <pc:sldMkLst>
          <pc:docMk/>
          <pc:sldMk cId="2397451000" sldId="271"/>
        </pc:sldMkLst>
        <pc:spChg chg="mod">
          <ac:chgData name="Odela, Sai Sathwik" userId="205ccc2e-f822-44a3-bfd6-758a683a8b09" providerId="ADAL" clId="{9E6834D8-D82A-4A62-80C9-2B1F67FEFF8D}" dt="2025-11-23T08:57:04.529" v="1282" actId="20577"/>
          <ac:spMkLst>
            <pc:docMk/>
            <pc:sldMk cId="2397451000" sldId="271"/>
            <ac:spMk id="2" creationId="{B38F96A5-88CB-4AD8-6B67-C4C154C65213}"/>
          </ac:spMkLst>
        </pc:spChg>
        <pc:spChg chg="mod">
          <ac:chgData name="Odela, Sai Sathwik" userId="205ccc2e-f822-44a3-bfd6-758a683a8b09" providerId="ADAL" clId="{9E6834D8-D82A-4A62-80C9-2B1F67FEFF8D}" dt="2025-11-23T08:59:49.336" v="1301" actId="5793"/>
          <ac:spMkLst>
            <pc:docMk/>
            <pc:sldMk cId="2397451000" sldId="271"/>
            <ac:spMk id="3" creationId="{5DA8CA65-4170-ACF4-B0B7-96D404E900AB}"/>
          </ac:spMkLst>
        </pc:spChg>
      </pc:sldChg>
      <pc:sldChg chg="modSp new mod">
        <pc:chgData name="Odela, Sai Sathwik" userId="205ccc2e-f822-44a3-bfd6-758a683a8b09" providerId="ADAL" clId="{9E6834D8-D82A-4A62-80C9-2B1F67FEFF8D}" dt="2025-11-23T08:59:15.050" v="1297" actId="14100"/>
        <pc:sldMkLst>
          <pc:docMk/>
          <pc:sldMk cId="1702978122" sldId="272"/>
        </pc:sldMkLst>
        <pc:spChg chg="mod">
          <ac:chgData name="Odela, Sai Sathwik" userId="205ccc2e-f822-44a3-bfd6-758a683a8b09" providerId="ADAL" clId="{9E6834D8-D82A-4A62-80C9-2B1F67FEFF8D}" dt="2025-11-23T08:58:54.160" v="1294" actId="20577"/>
          <ac:spMkLst>
            <pc:docMk/>
            <pc:sldMk cId="1702978122" sldId="272"/>
            <ac:spMk id="2" creationId="{D7AC0F92-D392-0581-E55F-F1EC37298173}"/>
          </ac:spMkLst>
        </pc:spChg>
        <pc:spChg chg="mod">
          <ac:chgData name="Odela, Sai Sathwik" userId="205ccc2e-f822-44a3-bfd6-758a683a8b09" providerId="ADAL" clId="{9E6834D8-D82A-4A62-80C9-2B1F67FEFF8D}" dt="2025-11-23T08:59:15.050" v="1297" actId="14100"/>
          <ac:spMkLst>
            <pc:docMk/>
            <pc:sldMk cId="1702978122" sldId="272"/>
            <ac:spMk id="3" creationId="{6BF4C65A-4602-D806-4FD4-4056DEB38B5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64E78-C00D-0B55-E510-A6890F854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19CE6-39FC-F474-8C40-D279D8D38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1D22A-6CEA-613E-D352-370D64FE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2849B-DF0F-CC53-3322-CB18295D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BA17B-E3CC-5F40-F2B8-C4790A15F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1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E5EC-BE65-D9D0-F01F-10C041DC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9DD79-9C55-00B4-A63B-D9AFCB763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F294C-F926-A5A2-5BF7-A892F810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76B36-38B1-4B92-30E9-96BB3B5E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1981F-F2C1-147B-AF53-AA171605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4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95AD-768F-B983-F333-6725936B4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3BEB5-745B-68C0-5DD3-47539C743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8E956-B5BB-0D6B-4B2A-4D518B9AC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A5FCC-6526-57B4-EF40-3B4FA7D1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C03F9-6A77-0E92-A0E4-CD055DD4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3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97182-F4E2-5B4E-E6B6-E5143035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A70FC-8C4F-D25A-AB12-E48B6043D1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83FD5-3109-ABB9-61C5-1BB3727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06E28-CA84-786C-039D-B2DA1871C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FC9F5-28EB-FB4A-8D03-64EF041C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91787-8759-7362-B489-1E789D58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9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08984-D54B-0212-4AA7-6F97ED0A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85B19-8EFA-6B5B-A78D-0D2F4AB5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3C165-F112-6A3C-12DA-F3080F7D9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197AC-842F-7FBA-FBE3-EA2CF9748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013139-12D8-6A34-224F-9B78A84CC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573F1-92D1-4FBB-F731-54C70A010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778F2-54CF-3FFF-BC07-1F544646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02642D-1B05-AF2F-FE0F-42857DCA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7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F122-3DEC-0027-9B8C-A6B11208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6895D-B1CB-3508-2FF2-9760C7A3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2CBC3-B9CA-91E0-9C29-80D10E5B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1C69C-9F1A-0912-1E0C-950511FC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CCA7B-9066-71DF-911D-099DC857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8B643-0717-EC94-914A-9212480D6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8FAEB-4520-DDE8-4819-F4CC6CEA1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51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9A7F-F6AC-D7BE-4FCE-0CA02FDF9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FE77-F6CF-C91D-260C-4F5F35C11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851E-7DB1-8887-AF35-56EBFEE37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253F1-387E-B408-7A3A-76338236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B3A21-A2D5-C5B2-5120-226D4753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57689-DC4B-3722-3232-2FD5ABD5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59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F542-D5A2-26A7-25D3-86E63639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3AF25-A65A-5C52-BAEE-507A43F4D6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82ACC-261B-BD41-BE5D-CDC1FFA72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88A6B-57D2-1A4E-A3AD-7B623653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6EB73-C6D4-327F-EA41-BC313532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D7D19-B5B8-FC03-3EFB-46C6F61D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4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A2B24-B940-6389-91F1-0B9FFB4A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CC9F4-66DD-F7A7-727C-5DD0EAFB9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7388E-2CE7-F74F-74B3-909817DBE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6A2B1-2031-48D9-2BD9-ED329752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3CB2F-703E-3AA5-F398-64724FBF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0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368028-63E8-DA12-058D-A1A239D9C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96034-9C15-5A33-538A-6E28B73E5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1606F-B281-EF5B-2B56-488EC68C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4876A-40B0-7F19-21F6-F65FEF8BA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E6706-5240-04BC-AAB8-245AA52B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5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25F58F-8BA8-F60A-070C-385E90632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77CD-48BA-BCEC-3F23-F323D5F60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52942-86D6-202B-B0EA-57CB94E71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32DDD-287E-4051-9776-8851E8B0E4E0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42E8-7EDB-17A2-0BAF-2038BB2E1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01AE6-69D8-2FA0-8543-A6918EB6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79605-8427-4A9D-A627-BE7374C3D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3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7A74-B06D-A798-549A-0ADAC3E0B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3372" y="947057"/>
            <a:ext cx="9274628" cy="2562906"/>
          </a:xfrm>
        </p:spPr>
        <p:txBody>
          <a:bodyPr/>
          <a:lstStyle/>
          <a:p>
            <a:r>
              <a:rPr lang="en-US" dirty="0"/>
              <a:t>Advanced Incremental load with Custom Back Date logic </a:t>
            </a:r>
          </a:p>
        </p:txBody>
      </p:sp>
    </p:spTree>
    <p:extLst>
      <p:ext uri="{BB962C8B-B14F-4D97-AF65-F5344CB8AC3E}">
        <p14:creationId xmlns:p14="http://schemas.microsoft.com/office/powerpoint/2010/main" val="724073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D6472-D2E7-0ACE-5882-CB47A5BB0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85" y="1690688"/>
            <a:ext cx="7382341" cy="377242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0634597-6F33-B6B6-FD72-93BAF4D9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057"/>
            <a:ext cx="10515600" cy="1124631"/>
          </a:xfrm>
        </p:spPr>
        <p:txBody>
          <a:bodyPr>
            <a:normAutofit/>
          </a:bodyPr>
          <a:lstStyle/>
          <a:p>
            <a:r>
              <a:rPr lang="en-US" sz="2800" dirty="0"/>
              <a:t>Empty container without any data.</a:t>
            </a:r>
          </a:p>
        </p:txBody>
      </p:sp>
    </p:spTree>
    <p:extLst>
      <p:ext uri="{BB962C8B-B14F-4D97-AF65-F5344CB8AC3E}">
        <p14:creationId xmlns:p14="http://schemas.microsoft.com/office/powerpoint/2010/main" val="298958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7A582C-9F71-6FFB-DE1A-1348F1A27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1433234"/>
            <a:ext cx="11374437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6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5A5807-27BF-DBAD-72BC-034C584BC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875943"/>
            <a:ext cx="11755491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9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A8A3A-376E-FC1F-4B41-D6606CEB8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687" y="1045028"/>
            <a:ext cx="9519455" cy="436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58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F04681-0A25-34B5-1D12-9E45C98FE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857" y="522514"/>
            <a:ext cx="11081657" cy="5715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 from the customer and Orders table we have data in the source </a:t>
            </a:r>
            <a:r>
              <a:rPr lang="en-US" dirty="0" err="1"/>
              <a:t>sql</a:t>
            </a:r>
            <a:r>
              <a:rPr lang="en-US" dirty="0"/>
              <a:t> server. I like to get the data from the specifical date. Where this incremental load pipeline has the Back date logic. Where we can get data from particular 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pipeline as use for dynamic data loading with the control tables to target sink as azure container.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pipeline supports incremental data loading as well.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if activity stop working if there is not new records in the source. Used save the computation cost  running the copy activities without any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3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3E5A48-0282-8DE4-0BB8-0AF550A99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06" y="1542124"/>
            <a:ext cx="6693988" cy="3773751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B5455C2D-A1D3-5EE7-5C59-F66D12D8F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9856"/>
            <a:ext cx="9144000" cy="957943"/>
          </a:xfrm>
        </p:spPr>
        <p:txBody>
          <a:bodyPr/>
          <a:lstStyle/>
          <a:p>
            <a:r>
              <a:rPr lang="en-US" dirty="0"/>
              <a:t>The container is empty without any data..</a:t>
            </a:r>
          </a:p>
        </p:txBody>
      </p:sp>
    </p:spTree>
    <p:extLst>
      <p:ext uri="{BB962C8B-B14F-4D97-AF65-F5344CB8AC3E}">
        <p14:creationId xmlns:p14="http://schemas.microsoft.com/office/powerpoint/2010/main" val="1160506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C382AA-2189-F0E9-4CF7-DE57731C5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15" y="1611086"/>
            <a:ext cx="7788474" cy="298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44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786F6-1DD3-46C8-CE29-C11D7890A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86" y="0"/>
            <a:ext cx="10409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316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2E33A-224A-31CD-72E1-B08F72569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09" y="1604708"/>
            <a:ext cx="9364382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08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7E2CB3-7790-A18D-76AF-E841D9201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313" y="947614"/>
            <a:ext cx="6916115" cy="1762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15A6E1-155F-FA92-A455-61DDB3359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84" y="3362221"/>
            <a:ext cx="7202744" cy="2548165"/>
          </a:xfrm>
          <a:prstGeom prst="rect">
            <a:avLst/>
          </a:prstGeom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EE96B6DA-613A-6BED-0F79-4D7590F0F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35635"/>
            <a:ext cx="9144000" cy="697821"/>
          </a:xfrm>
        </p:spPr>
        <p:txBody>
          <a:bodyPr/>
          <a:lstStyle/>
          <a:p>
            <a:r>
              <a:rPr lang="en-US" dirty="0"/>
              <a:t>The Data is only select from the table date&gt; custom provided date.</a:t>
            </a:r>
          </a:p>
        </p:txBody>
      </p:sp>
    </p:spTree>
    <p:extLst>
      <p:ext uri="{BB962C8B-B14F-4D97-AF65-F5344CB8AC3E}">
        <p14:creationId xmlns:p14="http://schemas.microsoft.com/office/powerpoint/2010/main" val="1318452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7BB8C6-35DF-1545-BB4D-59183C91F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886" y="598714"/>
            <a:ext cx="9895114" cy="465908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works for incremental loads as well. The Control table is updated with latest time. It Incremental load as well.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5A47F-12AE-1A39-B3A0-94BFF881A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273" y="2884714"/>
            <a:ext cx="9461727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15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084352-6F21-15E4-CFEB-6D91FF5D0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59" y="239486"/>
            <a:ext cx="10641082" cy="620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56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CA8BA1-47F5-2731-A8D1-9DCCB2674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58" y="796789"/>
            <a:ext cx="8426883" cy="526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34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BC131B-BEE9-470B-4131-E44137A6A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98" y="918812"/>
            <a:ext cx="10059804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03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0F92-D392-0581-E55F-F1EC3729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65A-4602-D806-4FD4-4056DEB38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1480457"/>
            <a:ext cx="10657114" cy="469650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Dynamic Query Generation</a:t>
            </a:r>
            <a:endParaRPr lang="en-US" dirty="0"/>
          </a:p>
          <a:p>
            <a:pPr lvl="1"/>
            <a:r>
              <a:rPr lang="en-US" dirty="0"/>
              <a:t>Using item() and pipeline().parameters allows dynamic schema, table, and column selection without hardcoding.</a:t>
            </a:r>
          </a:p>
          <a:p>
            <a:pPr lvl="1"/>
            <a:r>
              <a:rPr lang="en-US" dirty="0"/>
              <a:t>Reduces maintenance effort when adding new tables or schemas.</a:t>
            </a:r>
          </a:p>
          <a:p>
            <a:r>
              <a:rPr lang="en-US" b="1" dirty="0"/>
              <a:t>Parameterization for Flexibility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dirty="0" err="1"/>
              <a:t>customdate</a:t>
            </a:r>
            <a:r>
              <a:rPr lang="en-US" dirty="0"/>
              <a:t> parameter provides control over incremental loads (watermark logic).</a:t>
            </a:r>
          </a:p>
          <a:p>
            <a:pPr lvl="1"/>
            <a:r>
              <a:rPr lang="en-US" dirty="0"/>
              <a:t>Easy to override for backfill or custom runs.</a:t>
            </a:r>
          </a:p>
          <a:p>
            <a:r>
              <a:rPr lang="en-US" b="1" dirty="0"/>
              <a:t>Incremental Data Loading</a:t>
            </a:r>
            <a:endParaRPr lang="en-US" dirty="0"/>
          </a:p>
          <a:p>
            <a:pPr lvl="1"/>
            <a:r>
              <a:rPr lang="en-US" dirty="0"/>
              <a:t>The WHERE clause with watermark ensures only new or changed records are processed.</a:t>
            </a:r>
          </a:p>
          <a:p>
            <a:pPr lvl="1"/>
            <a:r>
              <a:rPr lang="en-US" dirty="0"/>
              <a:t>Improves performance and reduces unnecessary data movement.</a:t>
            </a:r>
          </a:p>
          <a:p>
            <a:r>
              <a:rPr lang="en-US" b="1" dirty="0"/>
              <a:t>Scalability</a:t>
            </a:r>
            <a:endParaRPr lang="en-US" dirty="0"/>
          </a:p>
          <a:p>
            <a:pPr lvl="1"/>
            <a:r>
              <a:rPr lang="en-US" dirty="0"/>
              <a:t>Works well with </a:t>
            </a:r>
            <a:r>
              <a:rPr lang="en-US" b="1" dirty="0" err="1"/>
              <a:t>ForEach</a:t>
            </a:r>
            <a:r>
              <a:rPr lang="en-US" dirty="0"/>
              <a:t> activity to iterate over multiple tables.</a:t>
            </a:r>
          </a:p>
          <a:p>
            <a:pPr lvl="1"/>
            <a:r>
              <a:rPr lang="en-US" dirty="0"/>
              <a:t>Can handle large datasets by breaking down into smaller, manageable chunks.</a:t>
            </a:r>
          </a:p>
          <a:p>
            <a:r>
              <a:rPr lang="en-US" b="1" dirty="0"/>
              <a:t>Maintainability &amp; Reusability</a:t>
            </a:r>
            <a:endParaRPr lang="en-US" dirty="0"/>
          </a:p>
          <a:p>
            <a:pPr lvl="1"/>
            <a:r>
              <a:rPr lang="en-US" dirty="0"/>
              <a:t>Centralized logic for dynamic SQL makes the pipeline reusable across environments.</a:t>
            </a:r>
          </a:p>
          <a:p>
            <a:pPr lvl="1"/>
            <a:r>
              <a:rPr lang="en-US" dirty="0"/>
              <a:t>Easy to extend for additional tables or columns without redesigning the pipeline.</a:t>
            </a:r>
          </a:p>
          <a:p>
            <a:r>
              <a:rPr lang="en-US" b="1" dirty="0"/>
              <a:t>Error Handling &amp; Logging</a:t>
            </a:r>
            <a:endParaRPr lang="en-US" dirty="0"/>
          </a:p>
          <a:p>
            <a:pPr lvl="1"/>
            <a:r>
              <a:rPr lang="en-US" dirty="0"/>
              <a:t>ADF provides built-in activity-level logging and retry policies, making the pipeline robust.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978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96A5-88CB-4AD8-6B67-C4C154C6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8CA65-4170-ACF4-B0B7-96D404E90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pipeline is designed for </a:t>
            </a:r>
            <a:r>
              <a:rPr lang="en-US" b="1" dirty="0"/>
              <a:t>efficiency, flexibility, and scalability</a:t>
            </a:r>
            <a:r>
              <a:rPr lang="en-US" dirty="0"/>
              <a:t>. By leveraging dynamic content and parameterization, it minimizes hardcoding and supports incremental data loads, which is critical for modern ETL/ELT processes. This approach ensures:</a:t>
            </a:r>
          </a:p>
          <a:p>
            <a:r>
              <a:rPr lang="en-US" b="1" dirty="0"/>
              <a:t>Lower operational overhead</a:t>
            </a:r>
            <a:endParaRPr lang="en-US" dirty="0"/>
          </a:p>
          <a:p>
            <a:r>
              <a:rPr lang="en-US" b="1" dirty="0"/>
              <a:t>Faster execution times</a:t>
            </a:r>
            <a:endParaRPr lang="en-US" dirty="0"/>
          </a:p>
          <a:p>
            <a:r>
              <a:rPr lang="en-US" b="1" dirty="0"/>
              <a:t>Adaptability for future changes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1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368</Words>
  <Application>Microsoft Office PowerPoint</Application>
  <PresentationFormat>Widescreen</PresentationFormat>
  <Paragraphs>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Advanced Incremental load with Custom Back Date logic </vt:lpstr>
      <vt:lpstr>Empty container without any data.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Advantages: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Odela, Sai Sathwik</dc:creator>
  <cp:lastModifiedBy>Odela, Sai Sathwik</cp:lastModifiedBy>
  <cp:revision>1</cp:revision>
  <dcterms:created xsi:type="dcterms:W3CDTF">2025-11-23T07:55:31Z</dcterms:created>
  <dcterms:modified xsi:type="dcterms:W3CDTF">2025-11-23T08:59:53Z</dcterms:modified>
</cp:coreProperties>
</file>